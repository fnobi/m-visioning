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5577CC"/>
                </a:solidFill>
              </a:defRPr>
            </a:pPr>
            <a:r>
              <a:t>m-visioning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33333"/>
                </a:solidFill>
              </a:defRPr>
            </a:pPr>
            <a:r>
              <a:t>個人向け資産シミュレーションWebアプリ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577CC"/>
                </a:solidFill>
              </a:defRPr>
            </a:pPr>
            <a:r>
              <a:t>主な機能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銀行口座残高予測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複数の銀行口座を管理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入出金履歴を記録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将来の残高をシミュレーション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グラフ表示で推移を可視化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クレジットカード支払い予測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複数カードの利用額を管理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締め日・引落日を設定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口座からの引落を自動計算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入出金予定の管理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定期的な収入・支出を登録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月次/年次の繰り返し設定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カテゴリ分けで整理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技術スタック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Next.js + React + TypeScript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Firebase (認証・データベース)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• Emotion (CSS-in-JS)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